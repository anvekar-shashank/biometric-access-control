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302" r:id="rId2"/>
    <p:sldId id="299" r:id="rId3"/>
    <p:sldId id="298" r:id="rId4"/>
    <p:sldId id="303" r:id="rId5"/>
    <p:sldId id="301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Anvekar" userId="57d4fc149fbab9b6" providerId="LiveId" clId="{C594FB5C-3E42-4EB1-8137-202620B097AA}"/>
    <pc:docChg chg="delSld modSld">
      <pc:chgData name="Shashank Anvekar" userId="57d4fc149fbab9b6" providerId="LiveId" clId="{C594FB5C-3E42-4EB1-8137-202620B097AA}" dt="2026-04-09T15:41:22.090" v="4" actId="6549"/>
      <pc:docMkLst>
        <pc:docMk/>
      </pc:docMkLst>
      <pc:sldChg chg="del">
        <pc:chgData name="Shashank Anvekar" userId="57d4fc149fbab9b6" providerId="LiveId" clId="{C594FB5C-3E42-4EB1-8137-202620B097AA}" dt="2026-04-09T15:41:17.764" v="3" actId="47"/>
        <pc:sldMkLst>
          <pc:docMk/>
          <pc:sldMk cId="0" sldId="291"/>
        </pc:sldMkLst>
      </pc:sldChg>
      <pc:sldChg chg="modSp mod">
        <pc:chgData name="Shashank Anvekar" userId="57d4fc149fbab9b6" providerId="LiveId" clId="{C594FB5C-3E42-4EB1-8137-202620B097AA}" dt="2026-04-09T15:41:22.090" v="4" actId="6549"/>
        <pc:sldMkLst>
          <pc:docMk/>
          <pc:sldMk cId="2051917938" sldId="302"/>
        </pc:sldMkLst>
        <pc:spChg chg="mod">
          <ac:chgData name="Shashank Anvekar" userId="57d4fc149fbab9b6" providerId="LiveId" clId="{C594FB5C-3E42-4EB1-8137-202620B097AA}" dt="2026-04-09T15:41:22.090" v="4" actId="6549"/>
          <ac:spMkLst>
            <pc:docMk/>
            <pc:sldMk cId="2051917938" sldId="302"/>
            <ac:spMk id="15362" creationId="{00000000-0000-0000-0000-000000000000}"/>
          </ac:spMkLst>
        </pc:spChg>
      </pc:sldChg>
      <pc:sldChg chg="del">
        <pc:chgData name="Shashank Anvekar" userId="57d4fc149fbab9b6" providerId="LiveId" clId="{C594FB5C-3E42-4EB1-8137-202620B097AA}" dt="2026-04-09T15:41:14.362" v="2" actId="47"/>
        <pc:sldMkLst>
          <pc:docMk/>
          <pc:sldMk cId="2985845718" sldId="304"/>
        </pc:sldMkLst>
      </pc:sldChg>
      <pc:sldChg chg="del">
        <pc:chgData name="Shashank Anvekar" userId="57d4fc149fbab9b6" providerId="LiveId" clId="{C594FB5C-3E42-4EB1-8137-202620B097AA}" dt="2026-04-09T15:41:04.815" v="1" actId="47"/>
        <pc:sldMkLst>
          <pc:docMk/>
          <pc:sldMk cId="1885281879" sldId="305"/>
        </pc:sldMkLst>
      </pc:sldChg>
      <pc:sldChg chg="del">
        <pc:chgData name="Shashank Anvekar" userId="57d4fc149fbab9b6" providerId="LiveId" clId="{C594FB5C-3E42-4EB1-8137-202620B097AA}" dt="2026-04-09T15:41:01.185" v="0" actId="47"/>
        <pc:sldMkLst>
          <pc:docMk/>
          <pc:sldMk cId="2302338264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1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42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007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ABDD-1DBC-A346-E248-E17E937E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EBE660DF-5428-DEF0-5AF3-02BC1C0C9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FA3D1A3-DB2A-12AF-9229-DC5D6AF0F2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736F142-18FF-1879-4CBB-04F7CFDA3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55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87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B94E-5369-5ACB-6524-46FF4CF04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27DCD-9B78-375A-192E-5D9348349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12CA3-A930-6D98-8581-9C1499B5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A6FBF-32CA-0908-D184-D5BC1691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C6E4C-B7BB-91E9-B171-A04B8F1D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3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CD6F-B54B-CC86-AC46-CEC35C3C6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5840-AA66-C333-9976-E682CB80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23083-C4CD-9B47-7AAC-526154F9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6E934-FD1B-9304-7122-7D1E6011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F0E0-BBB5-8B46-2CB7-48E5EB5B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9DA5-C9A0-D3D9-2028-1CFCD7CD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5C62B-FF8D-E7A8-A566-94F638C1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2BF-C776-73F8-1DE5-3E29FEEB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43EA-1E77-3FDD-451F-4A55EF48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2CA32-5D22-665C-C7AF-13FDD235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2557-C4EA-93C6-18F8-A1A0B380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1A261-6475-2DDE-CA55-FA0C776EC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664E9-0022-EECF-714A-DDF01A725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FCBA3-9B6F-164D-53F5-F590AA40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9736C-830F-47B0-1F8A-0060C385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14082-1C20-8F75-DE50-3EF67D61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6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0CA3-82B9-203B-461D-294D67E3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50EB5-61E6-D731-564E-2A794E708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E9E01-9BD4-72F5-8A89-8D50F82EC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8E182-746E-4640-5E5E-1B7A5A69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DAF41-C22E-1FC0-5065-703532ED7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B25C9-B2F1-B6D3-16DB-E6941906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8615B-167C-5F92-45E9-7ECC32E7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ACBC8-45AC-3E09-D676-83E22BE8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D6-AC1C-3FFB-D6D9-AAF79604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9B2D3-CACE-A928-7613-A1CBA022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37611-9C73-A0AC-FBCC-80CE6885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0BA9B-DB32-372E-E80F-9155DAFE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88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A4130-A4F6-A6A3-5016-F3386619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2415E-253A-C718-7134-E88D633E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29665-1519-24EC-BCC0-B148D123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9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6F59-C45E-0EA2-7DE3-473C1C2B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D1425-BEEA-B859-5D9A-8E1F099D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8E73C-1DCD-6B74-A083-0C46A7B4F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1A3E4-2865-294D-A433-662166B6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F4C7D-B2B6-7EF1-637D-B2A73D5A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04E62-4829-2135-A626-6BBA4AC4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3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8ABD-C022-D385-F74D-321C9393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B1259-88D2-4539-C5B9-22BBC2E77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BC40F-782A-1259-55FA-4AC2D4DA1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59D3B-617A-1653-92B8-13724D12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3CE68-0107-5016-F09E-69C3937C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63E59-161D-E083-E313-2BDF5BEB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5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05BF-7DC8-C49B-7105-3097AE95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C6B36-3A04-6385-698E-BE1382471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0C32C-DF15-5A2E-B44D-D7866368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CE04-1FB0-F55E-9BAD-B40EDE24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2D3A1-41A3-F9B0-BE68-34682EA99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7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8FF67-D9F2-E05E-024F-D28CDF6C0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6216D-DACE-6080-DF00-9C45F188F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D1398-9E9C-ED85-3E48-5BC63668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8D4D6-143C-8682-1196-7C616721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5B9BC-FD9E-F007-2E0D-20515B03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0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A49D8C-90B9-7995-CE32-07B7DC4B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C8FDC-FBBF-0B60-E4FB-BAF829D2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FBB27-3DBA-2191-A2CE-D0A96B459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6D39-7642-3737-94AD-CBC61233D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1F01C-B84D-424E-368D-6A8C36818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9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atoday.in/technology/news/story/more-than-half-of-indian-youth-aged-9-17-spend-over-3-hours-daily-on-social-media-gaming-study-2449702-2023-10-1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sercentre.org/wp-content/uploads/2022/12/EB_Digital-Readiness-of-Indias-Youth_11.03.2024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23256" y="252245"/>
            <a:ext cx="10532542" cy="807335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23256" y="1162392"/>
            <a:ext cx="10716886" cy="419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India, approximately 33% of children are addicted to online games, 8.3% of children access unauthorized websites, and reports indicate that 6 children out of 10 spend up to 3-4 hours a day on mobile devices. [1-3]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combat the growing issue of digital addiction among children and youth in India, </a:t>
            </a: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innovative software is designed to foster healthier online habits.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will not only manage screen time and filter content but also encourage educational engagement and provide robust parental controls.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this software aims to address these issues and promote healthier online habits. Further,</a:t>
            </a: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helping youths to shape their brighter future.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917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67512" y="252245"/>
            <a:ext cx="10488286" cy="807335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67512" y="1380271"/>
            <a:ext cx="10488286" cy="436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Idea: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developing this software is to prevent the authentication or to verify the user if the person is a Major or Minor by using the Voter ID, issued by the Election Commission of India.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person is verified as an adult (having Voter ID), then the user must undergo a Iris scan / Facial Recognition continuously, while using and each time they attempt to access an unauthorized websites, online games, online gambling, or social media. Otherwise, access will be denied.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723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70576"/>
            <a:ext cx="10972800" cy="1327148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TRAGETED CUSTOMERS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430938-5168-3936-766F-6BE412C83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7724"/>
            <a:ext cx="10744200" cy="439983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targeted Customers are mainly the youths and the children who are under parental advice.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below mentioned data is as on the year 2023 in INDIA[4]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Addressable Market (TAM): 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1.15 Billion Wireless Mobile Subscriber in INDIA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Serviceable Obtainable Market (SOM):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1.01 Billion Smart Phone Subscriber in INDIA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Serviceable Available Market (SAM):</a:t>
            </a:r>
          </a:p>
          <a:p>
            <a:pPr marL="457200" lvl="1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700-820 Million Active Smart Phone Subscriber in INDIA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30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D75F-49BF-BA67-BF6A-7C83444D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BBE2C1-8775-CC1E-11D0-3854420BA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0FC59B4-92C0-3979-EA57-123E2CAD6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0576"/>
            <a:ext cx="10972800" cy="1327148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USP (Unique Selling Proposition)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922CBE-CBDA-8175-DE00-0DE38C1C5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1834794"/>
            <a:ext cx="10856976" cy="4399839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2825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 mentioned in the previous slide, the remaining competitors are foreign companies, which can result in the leakage or theft of personal data.</a:t>
            </a:r>
          </a:p>
          <a:p>
            <a:pPr algn="just"/>
            <a:r>
              <a:rPr lang="en-US" sz="2400" b="0" i="0" dirty="0">
                <a:solidFill>
                  <a:srgbClr val="2825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contrast, our software is a proud "Make in India" product that ensures personal     data is stored securely and safely.</a:t>
            </a:r>
          </a:p>
          <a:p>
            <a:pPr marL="0" indent="0" algn="just">
              <a:buNone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5509-450A-D991-2733-D58BBCBA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86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338088"/>
            <a:ext cx="10972800" cy="63565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TOOLS / SKILLSETS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69234" y="1197871"/>
            <a:ext cx="10684566" cy="334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software developer and a proficient coder.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Utilizing the versatile Python programming language</a:t>
            </a: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craft both the backend and frontend components, ensuring a seamless and effective solution to foster healthier online habits among the youth and minors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Iris Scanning / Facial recognizer camera for scanning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Mobile Device / Laptop to use the software</a:t>
            </a:r>
            <a:endParaRPr lang="en-US" sz="20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9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98679"/>
            <a:ext cx="11341608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41679"/>
            <a:ext cx="10972800" cy="5084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</a:t>
            </a: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/ Links of the reference and research work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[1]. Author:-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Anusha Tiwari, Smriti Pandey, Jitendra Gupta, Dhruvendra Pandey.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Article:-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Internet Gaming Addiction among the Adolescents: A Study from Central India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Centre:-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Internal Journal of Pharmaceutical and Clinical Research 2023; 15970; 1075-1080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Author:- Namayandeh Joorabchi T, Shahmohammadi, F Salleh.</a:t>
            </a:r>
          </a:p>
          <a:p>
            <a:pPr lvl="1">
              <a:lnSpc>
                <a:spcPct val="150000"/>
              </a:lnSpc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Article:- Online Gambling and Pornography among Youth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Centre:- University of Putra Malaysia 2023; 1910-7595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than half of Indian youth aged 9-17 spend over 3 hours daily on social media, gaming: Study - India Today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2000" b="0" i="0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(last </a:t>
            </a:r>
            <a:r>
              <a:rPr lang="en-IN" sz="2000" dirty="0">
                <a:solidFill>
                  <a:srgbClr val="0563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  <a:r>
              <a:rPr kumimoji="0" lang="en-IN" sz="2000" b="0" i="0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on 10/10/2024)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[4].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https://asercentre.org/wp-content/uploads/2022/12/EB_Digital-Readiness-of-Indias-Youth_11.03.2024.pdf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2000" b="0" i="0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(last </a:t>
            </a:r>
            <a:r>
              <a:rPr lang="en-IN" sz="2000" dirty="0">
                <a:solidFill>
                  <a:srgbClr val="0563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accessed</a:t>
            </a:r>
            <a:r>
              <a:rPr kumimoji="0" lang="en-IN" sz="2000" b="0" i="0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on 10/10/2024)</a:t>
            </a: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8776</TotalTime>
  <Words>576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Calibri Light</vt:lpstr>
      <vt:lpstr>Times New Roman</vt:lpstr>
      <vt:lpstr>TradeGothic</vt:lpstr>
      <vt:lpstr>Wingdings</vt:lpstr>
      <vt:lpstr>Office Theme</vt:lpstr>
      <vt:lpstr>PROBLEM</vt:lpstr>
      <vt:lpstr>SOLUTION</vt:lpstr>
      <vt:lpstr>TRAGETED CUSTOMERS</vt:lpstr>
      <vt:lpstr>USP (Unique Selling Proposition)</vt:lpstr>
      <vt:lpstr>TOOLS / SKILLSETS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Shashank Anvekar</dc:creator>
  <cp:keywords/>
  <dc:description/>
  <cp:lastModifiedBy>Shashank Anvekar</cp:lastModifiedBy>
  <cp:revision>174</cp:revision>
  <dcterms:created xsi:type="dcterms:W3CDTF">2013-12-12T18:46:50Z</dcterms:created>
  <dcterms:modified xsi:type="dcterms:W3CDTF">2026-04-09T15:41:24Z</dcterms:modified>
  <cp:category/>
</cp:coreProperties>
</file>